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B4590">
              <a:alpha val="20000"/>
            </a:srgbClr>
          </a:solidFill>
          <a:ln w="12700">
            <a:solidFill>
              <a:srgbClr val="2B45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274320"/>
            <a:ext cx="3200400" cy="3200400"/>
          </a:xfrm>
          <a:prstGeom prst="ellipse">
            <a:avLst/>
          </a:prstGeom>
          <a:solidFill>
            <a:srgbClr val="F05A28">
              <a:alpha val="15000"/>
            </a:srgbClr>
          </a:solidFill>
          <a:ln w="12700">
            <a:solidFill>
              <a:srgbClr val="F05A2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645920"/>
            <a:ext cx="109728" cy="109728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2440" y="1645920"/>
            <a:ext cx="109728" cy="109728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73568" y="1600200"/>
            <a:ext cx="347472" cy="347472"/>
          </a:xfrm>
          <a:prstGeom prst="ellipse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P'a Comer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Reservas em Restaurantes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JSON · Terminal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F05A28">
              <a:alpha val="10000"/>
            </a:srgbClr>
          </a:solidFill>
          <a:ln w="12700">
            <a:solidFill>
              <a:srgbClr val="F05A28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199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Flávio Saldanha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projeto?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07008"/>
            <a:ext cx="7863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em Python que simula uma plataforma de reservas em restaurantes. O utilizador pode reservar uma mesa, consultar, cancelar e avaliar. Tudo guardado num ficheiro JSON que persiste entre sessões.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2552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puro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9417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frameworks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bibliotecas extra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42032" y="251460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42032" y="32552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JSON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33472" y="369417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Ficheiro local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persiste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26864" y="251460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🍽️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26864" y="32552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Restaurantes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18304" y="369417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avaliações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estrelas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11696" y="251460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11696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11696" y="32552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03136" y="369417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interativo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3657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1691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opções disponíveis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2487168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05A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5511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Adicionar reserva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301752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2B4590">
              <a:alpha val="2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0815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Listar reservas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3547872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2B4590">
              <a:alpha val="2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611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Pesquisar reserva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4078224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2B4590">
              <a:alpha val="2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422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Cancelar reserva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4608576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2B4590">
              <a:alpha val="2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6725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Ver restaurantes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5138928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05A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52029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 Avaliar restaurante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566928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2B4590">
              <a:alpha val="2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7332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  Sair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74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Detalhe das funcionalidades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74720" y="914400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914400"/>
            <a:ext cx="1280160" cy="384048"/>
          </a:xfrm>
          <a:prstGeom prst="roundRect">
            <a:avLst>
              <a:gd name="adj" fmla="val 21429"/>
            </a:avLst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96012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11880" y="13898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restaurante → data → hora → pessoas → atribui mesa automaticamente → gera código único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0" y="2212848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212848"/>
            <a:ext cx="1280160" cy="384048"/>
          </a:xfrm>
          <a:prstGeom prst="roundRect">
            <a:avLst>
              <a:gd name="adj" fmla="val 21429"/>
            </a:avLst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25856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11880" y="268833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nome do cliente ou código. Insensível a maiúsculas/minúsculas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0" y="3511296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3511296"/>
            <a:ext cx="1280160" cy="384048"/>
          </a:xfrm>
          <a:prstGeom prst="roundRect">
            <a:avLst>
              <a:gd name="adj" fmla="val 21429"/>
            </a:avLst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355701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11880" y="398678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1 a 5 estrelas usando o código de reserva. Calcula a média do restaurante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74720" y="4809744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4809744"/>
            <a:ext cx="1280160" cy="384048"/>
          </a:xfrm>
          <a:prstGeom prst="roundRect">
            <a:avLst>
              <a:gd name="adj" fmla="val 21429"/>
            </a:avLst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485546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11880" y="52852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reserva da lista e atualiza o ficheiro JSON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— Funções Principais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206240" cy="2743200"/>
          </a:xfrm>
          <a:prstGeom prst="roundRect">
            <a:avLst>
              <a:gd name="adj" fmla="val 3333"/>
            </a:avLst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atribuir_mesas()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mesas_ocupadas = []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6322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reserva in reservas: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reserva["data"] == 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1168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int(rid) == restaurante_id: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mesas_ocupadas.append(...)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6014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mesa in MESAS: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8437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mesa not in mesas_ocupadas: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0861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mesa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3284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gerar_codigo_reserva()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 = len(reservas) + 1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664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f"R{numero:04d}"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avaliar_restaurante()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816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= int(input(...))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30723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1 &lt;= nota &lt;= 5: break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33284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r['avaliacao_total'] += nota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7947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atribuir_mesas()  —  Verifica quais mesas estão ocupadas no mesmo restaurante, data e hora — devolve a primeira livre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19709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gerar_codigo_reserva()  —  Conta as reservas existentes e gera o próximo código sequencial: R0001, R0002…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5994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avaliar_restaurante()  —  Valida a nota entre 1 e 5, guarda na reserva e atualiza a média do restaurante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dados são guardados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141824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reservas.json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8013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"codigo": "R0001",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939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"nome": "Flávio Saldanha",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3865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"14-07-2026",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679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"hora": "20:00",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"pessoas": 4,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264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"mesa": 3,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570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"restaurante": "Tasca do Zé",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8496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"restaurante_id": 1,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142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"avaliacao": null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434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9496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significa cada campo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444752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15179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15179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— R0001, R0002…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94960" y="2103120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21762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/ hora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21762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é a reserva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4960" y="2761488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2834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atribuída automaticamente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94960" y="3419856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34930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3493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restaurante escolhido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4078224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4151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avaliacao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12280" y="41513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até ser avaliado (1 a 5)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507492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138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reserva é um dicionário Python guardado como JSON. O programa carrega o ficheiro ao abrir e guarda sempre que há alterações.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657600"/>
            <a:ext cx="4572000" cy="4572000"/>
          </a:xfrm>
          <a:prstGeom prst="ellipse">
            <a:avLst/>
          </a:prstGeom>
          <a:solidFill>
            <a:srgbClr val="2B4590">
              <a:alpha val="15000"/>
            </a:srgbClr>
          </a:solidFill>
          <a:ln w="12700">
            <a:solidFill>
              <a:srgbClr val="2B45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F05A28">
              <a:alpha val="12000"/>
            </a:srgbClr>
          </a:solidFill>
          <a:ln w="12700">
            <a:solidFill>
              <a:srgbClr val="F05A2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2B4590">
              <a:alpha val="15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618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2618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100% funcional em Python — sem frameworks ou instalações extra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665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2B4590">
              <a:alpha val="15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396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13969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guardados em JSON e carregados automaticamente ao abrir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2B4590">
              <a:alpha val="15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17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30175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datas, horas e números — o programa nunca fecha com erro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82219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2B4590">
              <a:alpha val="15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895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389534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restaurantes com sistema de avaliações por estrelas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70001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2B4590">
              <a:alpha val="15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731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477316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organizado em funções independentes com responsabilidade única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Flávio Saldanha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2026-06-18T19:09:58Z</dcterms:created>
  <dcterms:modified xsi:type="dcterms:W3CDTF">2026-06-18T19:09:58Z</dcterms:modified>
</cp:coreProperties>
</file>